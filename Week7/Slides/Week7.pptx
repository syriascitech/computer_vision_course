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06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EwaoDAFCVmpPpUhnXTPJ0O3lx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06" orient="horz"/>
        <p:guide pos="19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8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9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2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3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4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5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3" name="Google Shape;13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1594485"/>
            <a:ext cx="7772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0" name="Google Shape;30;p23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" title="Vision_Training_Blueprint_(2)_page-0001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-637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" title="Vision_Training_Blueprint_(2)_page-0002.jpg"/>
          <p:cNvPicPr preferRelativeResize="0"/>
          <p:nvPr/>
        </p:nvPicPr>
        <p:blipFill rotWithShape="1">
          <a:blip r:embed="rId3">
            <a:alphaModFix/>
          </a:blip>
          <a:srcRect b="0" l="357" r="357" t="0"/>
          <a:stretch/>
        </p:blipFill>
        <p:spPr>
          <a:xfrm>
            <a:off x="0" y="-4"/>
            <a:ext cx="91501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4" title="Vision_Training_Blueprint_(2)_page-0003.jpg"/>
          <p:cNvPicPr preferRelativeResize="0"/>
          <p:nvPr/>
        </p:nvPicPr>
        <p:blipFill rotWithShape="1">
          <a:blip r:embed="rId3">
            <a:alphaModFix/>
          </a:blip>
          <a:srcRect b="0" l="328" r="338" t="0"/>
          <a:stretch/>
        </p:blipFill>
        <p:spPr>
          <a:xfrm>
            <a:off x="0" y="-4"/>
            <a:ext cx="9144003" cy="513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" title="Vision_Training_Blueprint_(2)_page-0004.jpg"/>
          <p:cNvPicPr preferRelativeResize="0"/>
          <p:nvPr/>
        </p:nvPicPr>
        <p:blipFill rotWithShape="1">
          <a:blip r:embed="rId3">
            <a:alphaModFix/>
          </a:blip>
          <a:srcRect b="0" l="357" r="357" t="0"/>
          <a:stretch/>
        </p:blipFill>
        <p:spPr>
          <a:xfrm>
            <a:off x="0" y="0"/>
            <a:ext cx="91501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 title="Vision_Training_Blueprint_(2)_page-0005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 title="Vision_Training_Blueprint_(2)_page-0006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 title="Vision_Training_Blueprint_(2)_page-0007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 title="Vision_Training_Blueprint_(2)_page-0008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3997" cy="514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 title="Vision_Training_Blueprint_(2)_page-0009.jpg"/>
          <p:cNvPicPr preferRelativeResize="0"/>
          <p:nvPr/>
        </p:nvPicPr>
        <p:blipFill rotWithShape="1">
          <a:blip r:embed="rId3">
            <a:alphaModFix/>
          </a:blip>
          <a:srcRect b="0" l="357" r="357" t="0"/>
          <a:stretch/>
        </p:blipFill>
        <p:spPr>
          <a:xfrm>
            <a:off x="0" y="-4"/>
            <a:ext cx="91501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 title="Vision_Training_Blueprint_(2)_page-0010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3997" cy="514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1" title="Vision_Training_Blueprint_(2)_page-0011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2" title="Vision_Training_Blueprint_(2)_page-0012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3" title="Vision_Training_Blueprint_(2)_page-0013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3997" cy="514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 title="Vision_Training_Blueprint_(2)_page-0014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title="Vision_Training_Blueprint_(2)_page-0015.jpg"/>
          <p:cNvPicPr preferRelativeResize="0"/>
          <p:nvPr/>
        </p:nvPicPr>
        <p:blipFill rotWithShape="1">
          <a:blip r:embed="rId3">
            <a:alphaModFix/>
          </a:blip>
          <a:srcRect b="0" l="308" r="298" t="0"/>
          <a:stretch/>
        </p:blipFill>
        <p:spPr>
          <a:xfrm>
            <a:off x="0" y="2"/>
            <a:ext cx="91600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2026-09-04T17:39:18Z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2026-09-04T00:00:00Z</vt:filetime>
  </property>
  <property fmtid="{D5CDD505-2E9C-101B-9397-08002B2CF9AE}" pid="3" name="LastSaved">
    <vt:filetime>2026-09-04T00:00:00Z</vt:filetime>
  </property>
</Properties>
</file>