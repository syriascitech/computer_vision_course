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10058400" cy="7772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06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kgvIWrW1+GG79gsfR5oZyMgiK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06" orient="horz"/>
        <p:guide pos="19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7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8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9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0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1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2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3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14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15:notes"/>
          <p:cNvSpPr/>
          <p:nvPr>
            <p:ph idx="2" type="sldImg"/>
          </p:nvPr>
        </p:nvSpPr>
        <p:spPr>
          <a:xfrm>
            <a:off x="423620" y="582925"/>
            <a:ext cx="92121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13" name="Google Shape;13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1594485"/>
            <a:ext cx="7772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18" name="Google Shape;18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05740"/>
            <a:ext cx="8229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5" name="Google Shape;25;p2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457200" y="205740"/>
            <a:ext cx="8229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0" name="Google Shape;30;p23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2" name="Google Shape;32;p2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457200" y="205740"/>
            <a:ext cx="8229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620"/>
            </a:lvl9pPr>
          </a:lstStyle>
          <a:p/>
        </p:txBody>
      </p:sp>
      <p:sp>
        <p:nvSpPr>
          <p:cNvPr id="38" name="Google Shape;38;p24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05740"/>
            <a:ext cx="8229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83680" y="4783455"/>
            <a:ext cx="2103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  <a:defRPr b="0" i="0" sz="162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" title="Object_Tracking_Blueprint_(2)-01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-637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" title="Object_Tracking_Blueprint_(2)-02.jpg"/>
          <p:cNvPicPr preferRelativeResize="0"/>
          <p:nvPr/>
        </p:nvPicPr>
        <p:blipFill rotWithShape="1">
          <a:blip r:embed="rId3">
            <a:alphaModFix/>
          </a:blip>
          <a:srcRect b="0" l="357" r="357" t="0"/>
          <a:stretch/>
        </p:blipFill>
        <p:spPr>
          <a:xfrm>
            <a:off x="0" y="-4"/>
            <a:ext cx="91501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4" title="Object_Tracking_Blueprint_(2)-03.jpg"/>
          <p:cNvPicPr preferRelativeResize="0"/>
          <p:nvPr/>
        </p:nvPicPr>
        <p:blipFill rotWithShape="1">
          <a:blip r:embed="rId3">
            <a:alphaModFix/>
          </a:blip>
          <a:srcRect b="0" l="328" r="338" t="0"/>
          <a:stretch/>
        </p:blipFill>
        <p:spPr>
          <a:xfrm>
            <a:off x="0" y="-4"/>
            <a:ext cx="9144003" cy="5137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" title="Object_Tracking_Blueprint_(2)-04.jpg"/>
          <p:cNvPicPr preferRelativeResize="0"/>
          <p:nvPr/>
        </p:nvPicPr>
        <p:blipFill rotWithShape="1">
          <a:blip r:embed="rId3">
            <a:alphaModFix/>
          </a:blip>
          <a:srcRect b="0" l="357" r="357" t="0"/>
          <a:stretch/>
        </p:blipFill>
        <p:spPr>
          <a:xfrm>
            <a:off x="0" y="0"/>
            <a:ext cx="91501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" title="Object_Tracking_Blueprint_(2)-05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 title="Object_Tracking_Blueprint_(2)-06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7" title="Object_Tracking_Blueprint_(2)-07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 title="Object_Tracking_Blueprint_(2)-08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3997" cy="5142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9" title="Object_Tracking_Blueprint_(2)-09.jpg"/>
          <p:cNvPicPr preferRelativeResize="0"/>
          <p:nvPr/>
        </p:nvPicPr>
        <p:blipFill rotWithShape="1">
          <a:blip r:embed="rId3">
            <a:alphaModFix/>
          </a:blip>
          <a:srcRect b="0" l="357" r="357" t="0"/>
          <a:stretch/>
        </p:blipFill>
        <p:spPr>
          <a:xfrm>
            <a:off x="0" y="-4"/>
            <a:ext cx="91501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 title="Object_Tracking_Blueprint_(2)-10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3997" cy="5142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1" title="Object_Tracking_Blueprint_(2)-11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2" title="Object_Tracking_Blueprint_(2)-12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3" title="Object_Tracking_Blueprint_(2)-13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3997" cy="5142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4" title="Object_Tracking_Blueprint_(2)-14.jpg"/>
          <p:cNvPicPr preferRelativeResize="0"/>
          <p:nvPr/>
        </p:nvPicPr>
        <p:blipFill rotWithShape="1">
          <a:blip r:embed="rId3">
            <a:alphaModFix/>
          </a:blip>
          <a:srcRect b="0" l="387" r="377" t="0"/>
          <a:stretch/>
        </p:blipFill>
        <p:spPr>
          <a:xfrm>
            <a:off x="0" y="2"/>
            <a:ext cx="91452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title="Object_Tracking_Blueprint_(2)-15.jpg"/>
          <p:cNvPicPr preferRelativeResize="0"/>
          <p:nvPr/>
        </p:nvPicPr>
        <p:blipFill rotWithShape="1">
          <a:blip r:embed="rId3">
            <a:alphaModFix/>
          </a:blip>
          <a:srcRect b="0" l="308" r="298" t="0"/>
          <a:stretch/>
        </p:blipFill>
        <p:spPr>
          <a:xfrm>
            <a:off x="0" y="2"/>
            <a:ext cx="916006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2026-09-04T17:39:18Z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2026-09-04T00:00:00Z</vt:filetime>
  </property>
  <property fmtid="{D5CDD505-2E9C-101B-9397-08002B2CF9AE}" pid="3" name="LastSaved">
    <vt:filetime>2026-09-04T00:00:00Z</vt:filetime>
  </property>
</Properties>
</file>